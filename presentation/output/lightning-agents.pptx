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88CC"/>
                </a:solidFill>
                <a:latin typeface="Arial"/>
              </a:defRPr>
            </a:pPr>
            <a:r>
              <a:t>Lightning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  <a:latin typeface="Arial"/>
              </a:defRPr>
            </a:pPr>
            <a:r>
              <a:t>Factory-of-Factories for Dynamic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  <a:latin typeface="Arial"/>
              </a:defRPr>
            </a:pPr>
            <a:r>
              <a:t>Austin AI MUG Lightning Talk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Hardcoded system prompts scattered across files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Tightly coupled agent definitions and execution logic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No standardized way to add new agents without code changes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Manual configuration duplication when agents share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The Solution: Factory-of-Factories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926080"/>
            <a:ext cx="2011680" cy="1280160"/>
          </a:xfrm>
          <a:prstGeom prst="roundRect">
            <a:avLst/>
          </a:prstGeom>
          <a:solidFill>
            <a:srgbClr val="0088CC"/>
          </a:solidFill>
          <a:ln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Definition</a:t>
            </a:r>
            <a:br/>
            <a:r>
              <a:t>(JSON)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926080"/>
            <a:ext cx="2011680" cy="1280160"/>
          </a:xfrm>
          <a:prstGeom prst="roundRect">
            <a:avLst/>
          </a:prstGeom>
          <a:solidFill>
            <a:srgbClr val="0088CC"/>
          </a:solidFill>
          <a:ln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Factory</a:t>
            </a:r>
            <a:br/>
            <a:r>
              <a:t>(Callable)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926080"/>
            <a:ext cx="2011680" cy="1280160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Registry</a:t>
            </a:r>
            <a:br/>
            <a:r>
              <a:t>(Unified)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926080"/>
            <a:ext cx="2011680" cy="1280160"/>
          </a:xfrm>
          <a:prstGeom prst="round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Instance</a:t>
            </a:r>
            <a:br/>
            <a:r>
              <a:t>(Ready)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74720" y="342900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217920" y="342900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961120" y="342900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Simple Factory vs Factory-of-Factories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1004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</a:defRPr>
            </a:pPr>
            <a:r>
              <a:t>Simple Factory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10047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44287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def create_agent(config):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return Agent(config)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371600"/>
            <a:ext cx="541004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Factory-of-Factories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828800"/>
            <a:ext cx="5410047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011680"/>
            <a:ext cx="5044287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registry = AgentRegistry.from_json(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"agents.json"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)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agent = registry.create(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"researcher", {"topic": "AI"}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Declarative Agent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937760"/>
          </a:xfrm>
          <a:prstGeom prst="roundRect">
            <a:avLst/>
          </a:prstGeom>
          <a:solidFill>
            <a:srgbClr val="F8F9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{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"architect": {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"name": "Agent Architect",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"description": "Designs new agents",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"system_prompt": "You are an Agent Architect...",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"model": "sonnet",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"tools": []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}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The Registry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937760"/>
          </a:xfrm>
          <a:prstGeom prst="roundRect">
            <a:avLst/>
          </a:prstGeom>
          <a:solidFill>
            <a:srgbClr val="F8F9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class AgentRegistry: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def from_json(path) -&gt; "AgentRegistry":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# Load definitions -&gt; build factories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def create(id, opts) -&gt; AgentInstance: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# Factory creates configured instance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def register(id, defn) -&gt; None: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# Add new agent to registry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Runtime Context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Same definition, different contexts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Inject parameters at instantiation time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agent.prompt merges base + runtime context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Enables agent reusability across use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The Architect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2011680" cy="1280160"/>
          </a:xfrm>
          <a:prstGeom prst="round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Task</a:t>
            </a:r>
            <a:br/>
            <a:r>
              <a:t>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286000"/>
            <a:ext cx="2011680" cy="1280160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Architect</a:t>
            </a:r>
            <a:br/>
            <a:r>
              <a:t>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286000"/>
            <a:ext cx="2011680" cy="1280160"/>
          </a:xfrm>
          <a:prstGeom prst="roundRect">
            <a:avLst/>
          </a:prstGeom>
          <a:solidFill>
            <a:srgbClr val="0088CC"/>
          </a:solidFill>
          <a:ln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New Agent</a:t>
            </a:r>
            <a:br/>
            <a:r>
              <a:t>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389120"/>
            <a:ext cx="2011680" cy="1280160"/>
          </a:xfrm>
          <a:prstGeom prst="roundRect">
            <a:avLst/>
          </a:prstGeom>
          <a:solidFill>
            <a:srgbClr val="0088CC"/>
          </a:solidFill>
          <a:ln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Registry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389120"/>
            <a:ext cx="2011680" cy="1280160"/>
          </a:xfrm>
          <a:prstGeom prst="round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New Agent</a:t>
            </a:r>
            <a:br/>
            <a:r>
              <a:t>Instance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74720" y="2788920"/>
            <a:ext cx="9144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675120" y="2788920"/>
            <a:ext cx="9144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8641080" y="3657600"/>
            <a:ext cx="274320" cy="640079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675120" y="4892040"/>
            <a:ext cx="9144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lightning list → Show available agents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lightning run lab_finder "RAG tutorials" → Use existing agent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lightning architect "meeting summarizer" → Create NEW agent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lightning list → New agent now available!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lightning run meeting_summarizer "..." → Use it immediately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Key 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H1: Declarative &gt; Imperative for agent configuration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H2: Runtime context injection enables reusability</a:t>
            </a:r>
          </a:p>
          <a:p>
            <a:pPr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  H3: Architect agents enable organic system 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937760"/>
          </a:xfrm>
          <a:prstGeom prst="roundRect">
            <a:avLst/>
          </a:prstGeom>
          <a:solidFill>
            <a:srgbClr val="F8F9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$ lightning list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architect, aimug_researcher, lab_finder...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$ lightning architect "PR reviewer for security"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Created agent: security_reviewer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Saved to: agents.json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$ lightning run security_reviewer "Review auth.py"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88CC"/>
                </a:solidFill>
                <a:latin typeface="Arial"/>
              </a:defRPr>
            </a:pPr>
            <a:r>
              <a:t>Lightning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github.com/[your-repo]/lightning-agents</a:t>
            </a:r>
          </a:p>
          <a:p>
            <a:pPr algn="ctr"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Built with Claude Agent SDK</a:t>
            </a:r>
          </a:p>
          <a:p>
            <a:pPr algn="ctr">
              <a:spcBef>
                <a:spcPts val="1600"/>
              </a:spcBef>
              <a:defRPr sz="1800">
                <a:solidFill>
                  <a:srgbClr val="1A1A2E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  <a:latin typeface="Arial"/>
              </a:defRPr>
            </a:pPr>
            <a:r>
              <a:t>Austin AI MUG | aimug.org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